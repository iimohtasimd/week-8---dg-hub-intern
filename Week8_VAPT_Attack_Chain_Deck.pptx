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463040"/>
            <a:ext cx="4206240" cy="420624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-274320"/>
            <a:ext cx="1828800" cy="1828800"/>
          </a:xfrm>
          <a:prstGeom prst="ellipse">
            <a:avLst/>
          </a:prstGeom>
          <a:solidFill>
            <a:srgbClr val="B021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— ADVANCED VAPT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9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Attack-Chain &amp; Full Exploitation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9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of a Web Application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(Medium) • Burp Suite Community Edition • Localhost Training Lab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3566160" cy="868680"/>
          </a:xfrm>
          <a:prstGeom prst="rect">
            <a:avLst>
              <a:gd name="adj" fmla="val 6316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53035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5596128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62272" y="5212080"/>
            <a:ext cx="3566160" cy="868680"/>
          </a:xfrm>
          <a:prstGeom prst="rect">
            <a:avLst>
              <a:gd name="adj" fmla="val 6316"/>
            </a:avLst>
          </a:prstGeom>
          <a:solidFill>
            <a:srgbClr val="1B23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6864" y="53035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5596128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— Damn Vulnerable Web App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5212080"/>
            <a:ext cx="2194560" cy="868680"/>
          </a:xfrm>
          <a:prstGeom prst="rect">
            <a:avLst>
              <a:gd name="adj" fmla="val 6316"/>
            </a:avLst>
          </a:prstGeom>
          <a:solidFill>
            <a:srgbClr val="1B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53035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559612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30-09-2026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Vulnerability List — an Attack Chain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list answers ‘what is broken.’ An attack chain answers ‘what can someone do with it, in what order.’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922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Brute Force page — no visible lockout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52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input layer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client-editable ID parameter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124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layer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Session IDs — replay-tested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725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 layer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Bypass — client-supplied object ID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150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spine of the chain: together they mirror a real breach path — past the login, through a manipulated identifier, into weak session and access controls.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5486400" cy="3566160"/>
          </a:xfrm>
          <a:prstGeom prst="rect">
            <a:avLst>
              <a:gd name="adj" fmla="val 128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pic>
        <p:nvPicPr>
          <p:cNvPr id="22" name="Image 0" descr="/home/claude/work/img_p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5120640" cy="2880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5508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security page — Medium level, full vulnerability menu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Attack Surface Mapping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34263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Week 8 Advanced VAPT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Chain — Step by Step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depends on the one before it — written as the attacker would experience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66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1B2340"/>
          </a:solidFill>
          <a:ln/>
        </p:spPr>
      </p:sp>
      <p:sp>
        <p:nvSpPr>
          <p:cNvPr id="5" name="Shape 3"/>
          <p:cNvSpPr/>
          <p:nvPr/>
        </p:nvSpPr>
        <p:spPr>
          <a:xfrm>
            <a:off x="1293876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38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page reachable,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lockout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350008" y="3268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054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1B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3122676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226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5968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968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page traffic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Burp Proxy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178808" y="3268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342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1B23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1476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514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256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256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changed 1 → 2 in Repeater,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200 OK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07608" y="3268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630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1B2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80276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02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544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Session ID endpoint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successfully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36408" y="3268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918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1B2340"/>
          </a:solidFill>
          <a:ln/>
        </p:spPr>
      </p:sp>
      <p:sp>
        <p:nvSpPr>
          <p:cNvPr id="29" name="Shape 27"/>
          <p:cNvSpPr/>
          <p:nvPr/>
        </p:nvSpPr>
        <p:spPr>
          <a:xfrm>
            <a:off x="8609076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090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0832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auth-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endpoint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832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with client-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id + profile fields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665208" y="3268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820656" y="1874520"/>
            <a:ext cx="1691640" cy="3246120"/>
          </a:xfrm>
          <a:prstGeom prst="rect">
            <a:avLst>
              <a:gd name="adj" fmla="val 3243"/>
            </a:avLst>
          </a:prstGeom>
          <a:solidFill>
            <a:srgbClr val="B021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37876" y="21031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4378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912096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1209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2nd identity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confirmation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up to Step 5 with captured evidence — Step 6 is the defined next action, not yet performed.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Attack Chain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4263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Week 8 Advanced VAPT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Exploitation Evidence — Burp Suite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3703320"/>
          </a:xfrm>
          <a:prstGeom prst="rect">
            <a:avLst>
              <a:gd name="adj" fmla="val 123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pic>
        <p:nvPicPr>
          <p:cNvPr id="4" name="Image 0" descr="/home/claude/work/img_p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02920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297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Intercepted SQLi request in Burp Proxy (tokens redacted)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17920" y="1234440"/>
            <a:ext cx="5394960" cy="3703320"/>
          </a:xfrm>
          <a:prstGeom prst="rect">
            <a:avLst>
              <a:gd name="adj" fmla="val 123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pic>
        <p:nvPicPr>
          <p:cNvPr id="7" name="Image 1" descr="/home/claude/work/img_p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834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4297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Authorization-bypass request: client-supplied id + profile JSON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074920"/>
            <a:ext cx="11064240" cy="685800"/>
          </a:xfrm>
          <a:prstGeom prst="rect">
            <a:avLst>
              <a:gd name="adj" fmla="val 6667"/>
            </a:avLst>
          </a:prstGeom>
          <a:solidFill>
            <a:srgbClr val="12172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half confirmed: </a:t>
            </a:r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accepts a client-controlled id it was never issued through the UI. </a:t>
            </a:r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half open: </a:t>
            </a:r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yet ties id=2 or the profile update to a second, unauthorized identity.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5–6 — Proxy Interception &amp; Parameter Tampering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34263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Week 8 Advanced VAPT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566928"/>
          </a:xfrm>
          <a:prstGeom prst="rect">
            <a:avLst/>
          </a:prstGeom>
          <a:solidFill>
            <a:srgbClr val="12172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5212080" cy="566928"/>
          </a:xfrm>
          <a:prstGeom prst="rect">
            <a:avLst/>
          </a:prstGeom>
          <a:solidFill>
            <a:srgbClr val="12172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2344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if Confirmed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66960" y="1234440"/>
            <a:ext cx="1645920" cy="566928"/>
          </a:xfrm>
          <a:prstGeom prst="rect">
            <a:avLst/>
          </a:prstGeom>
          <a:solidFill>
            <a:srgbClr val="12172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04120" y="1234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8013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tampering (ID)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801368"/>
            <a:ext cx="5212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8013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another user's record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66960" y="1801368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04120" y="1801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368296"/>
            <a:ext cx="420624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3682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session handling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368296"/>
            <a:ext cx="521208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3682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fixation / takeover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66960" y="2368296"/>
            <a:ext cx="164592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23682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93522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endpoint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935224"/>
            <a:ext cx="5212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9352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profile modification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6960" y="2935224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04120" y="29352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502152"/>
            <a:ext cx="420624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5021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surface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502152"/>
            <a:ext cx="521208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5021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compromise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966960" y="3502152"/>
            <a:ext cx="164592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6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04120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CHAIN IS FULLY CONFIRMED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87375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profile fields altered without consent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1389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exposure — personal data read/written without authorization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641848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5522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support cost — unexplained account changes erode confidence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7, 9, 10 — Evidence Summary &amp; Risk Positioning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4263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Week 8 Advanced VAPT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97680"/>
            <a:ext cx="3840480" cy="38404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&amp; Closing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ownership server-side on every request carrying an identifier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5486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3794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direct object references with indirect, per-session tokens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486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41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high-entropy session IDs; rotate on login, invalidate on logout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5486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449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throttling and account lockout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5486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484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client-controlled parameter, including JSON body fields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4023360" cy="4846320"/>
          </a:xfrm>
          <a:prstGeom prst="rect">
            <a:avLst>
              <a:gd name="adj" fmla="val 1364"/>
            </a:avLst>
          </a:prstGeom>
          <a:solidFill>
            <a:srgbClr val="1B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095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18745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“Real breaches are rarely one dramatic exploit — they're a handful of individually minor gaps that happen to line up.”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474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validation: repeat Steps 3–5 with two lab identities to convert the authorization-bypass hypothesis into a demonstrated cross-account result.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Cyber Security Intern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9, 11 — Remediation &amp; Conclusion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4263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— Week 8 Advanced VAPT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2026-09-30T11:15:07Z</dcterms:created>
  <dcterms:modified xsi:type="dcterms:W3CDTF">2026-09-30T11:15:07Z</dcterms:modified>
</cp:coreProperties>
</file>